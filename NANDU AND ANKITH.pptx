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0" r:id="rId14"/>
    <p:sldId id="269" r:id="rId15"/>
    <p:sldId id="268" r:id="rId16"/>
    <p:sldId id="267" r:id="rId17"/>
    <p:sldId id="272" r:id="rId18"/>
  </p:sldIdLst>
  <p:sldSz cx="12192000" cy="6858000"/>
  <p:notesSz cx="6858000" cy="12192000"/>
  <p:embeddedFontLst>
    <p:embeddedFont>
      <p:font typeface="Caladea Bold" panose="020B0604020202020204" charset="0"/>
      <p:regular r:id="rId20"/>
    </p:embeddedFont>
    <p:embeddedFont>
      <p:font typeface="Carlito Bold" panose="020B0604020202020204" charset="0"/>
      <p:regular r:id="rId21"/>
    </p:embeddedFont>
    <p:embeddedFont>
      <p:font typeface="Consolas" panose="020B0609020204030204" pitchFamily="49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D930EC-7F22-4F46-A1A5-AD132BA8FEDD}" v="15" dt="2026-10-13T06:59:28.1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shika B" userId="07a38acd149dfe7b" providerId="LiveId" clId="{72356F2E-848B-47EA-8476-441502A36485}"/>
    <pc:docChg chg="custSel modSld">
      <pc:chgData name="Poshika B" userId="07a38acd149dfe7b" providerId="LiveId" clId="{72356F2E-848B-47EA-8476-441502A36485}" dt="2026-10-14T04:13:58.767" v="486" actId="478"/>
      <pc:docMkLst>
        <pc:docMk/>
      </pc:docMkLst>
      <pc:sldChg chg="addSp delSp modSp mod modNotesTx">
        <pc:chgData name="Poshika B" userId="07a38acd149dfe7b" providerId="LiveId" clId="{72356F2E-848B-47EA-8476-441502A36485}" dt="2026-10-14T04:13:58.767" v="486" actId="478"/>
        <pc:sldMkLst>
          <pc:docMk/>
          <pc:sldMk cId="0" sldId="256"/>
        </pc:sldMkLst>
        <pc:spChg chg="mod">
          <ac:chgData name="Poshika B" userId="07a38acd149dfe7b" providerId="LiveId" clId="{72356F2E-848B-47EA-8476-441502A36485}" dt="2026-10-13T02:22:38.834" v="46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Poshika B" userId="07a38acd149dfe7b" providerId="LiveId" clId="{72356F2E-848B-47EA-8476-441502A36485}" dt="2026-10-13T06:55:37.328" v="344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Poshika B" userId="07a38acd149dfe7b" providerId="LiveId" clId="{72356F2E-848B-47EA-8476-441502A36485}" dt="2026-10-13T06:59:10.741" v="483" actId="255"/>
          <ac:spMkLst>
            <pc:docMk/>
            <pc:sldMk cId="0" sldId="256"/>
            <ac:spMk id="14" creationId="{900C1172-8B12-68BF-BDD3-1B6D5E26BF95}"/>
          </ac:spMkLst>
        </pc:spChg>
        <pc:spChg chg="add del">
          <ac:chgData name="Poshika B" userId="07a38acd149dfe7b" providerId="LiveId" clId="{72356F2E-848B-47EA-8476-441502A36485}" dt="2026-10-14T04:13:58.767" v="486" actId="478"/>
          <ac:spMkLst>
            <pc:docMk/>
            <pc:sldMk cId="0" sldId="256"/>
            <ac:spMk id="15" creationId="{901ED6D6-34AB-D017-DE9C-8516931EB276}"/>
          </ac:spMkLst>
        </pc:spChg>
        <pc:spChg chg="mod">
          <ac:chgData name="Poshika B" userId="07a38acd149dfe7b" providerId="LiveId" clId="{72356F2E-848B-47EA-8476-441502A36485}" dt="2026-10-13T06:59:05.974" v="482" actId="255"/>
          <ac:spMkLst>
            <pc:docMk/>
            <pc:sldMk cId="0" sldId="256"/>
            <ac:spMk id="16" creationId="{A367ACC7-952D-C022-6EED-2CFFEDA9B55B}"/>
          </ac:spMkLst>
        </pc:spChg>
        <pc:spChg chg="add mod">
          <ac:chgData name="Poshika B" userId="07a38acd149dfe7b" providerId="LiveId" clId="{72356F2E-848B-47EA-8476-441502A36485}" dt="2026-10-13T06:59:02.415" v="481" actId="1076"/>
          <ac:spMkLst>
            <pc:docMk/>
            <pc:sldMk cId="0" sldId="256"/>
            <ac:spMk id="17" creationId="{AF85C3C7-EA81-CE90-1AD6-47C523F57550}"/>
          </ac:spMkLst>
        </pc:spChg>
        <pc:spChg chg="add mod">
          <ac:chgData name="Poshika B" userId="07a38acd149dfe7b" providerId="LiveId" clId="{72356F2E-848B-47EA-8476-441502A36485}" dt="2026-10-13T06:59:28.174" v="484" actId="767"/>
          <ac:spMkLst>
            <pc:docMk/>
            <pc:sldMk cId="0" sldId="256"/>
            <ac:spMk id="18" creationId="{C5BCB7E7-E1B5-0014-AB71-8D9D2EFD0B59}"/>
          </ac:spMkLst>
        </pc:spChg>
        <pc:picChg chg="mod">
          <ac:chgData name="Poshika B" userId="07a38acd149dfe7b" providerId="LiveId" clId="{72356F2E-848B-47EA-8476-441502A36485}" dt="2026-10-13T06:56:03.742" v="371" actId="1076"/>
          <ac:picMkLst>
            <pc:docMk/>
            <pc:sldMk cId="0" sldId="256"/>
            <ac:picMk id="11" creationId="{B44A0FB9-88C1-92E9-6D87-20EF801C9D4F}"/>
          </ac:picMkLst>
        </pc:picChg>
        <pc:picChg chg="add mod modCrop">
          <ac:chgData name="Poshika B" userId="07a38acd149dfe7b" providerId="LiveId" clId="{72356F2E-848B-47EA-8476-441502A36485}" dt="2026-10-13T06:57:51.388" v="438" actId="732"/>
          <ac:picMkLst>
            <pc:docMk/>
            <pc:sldMk cId="0" sldId="256"/>
            <ac:picMk id="12" creationId="{8A1F6E6C-17CA-7F1B-8AA4-1BFEC71E52FF}"/>
          </ac:picMkLst>
        </pc:picChg>
        <pc:picChg chg="mod">
          <ac:chgData name="Poshika B" userId="07a38acd149dfe7b" providerId="LiveId" clId="{72356F2E-848B-47EA-8476-441502A36485}" dt="2026-10-13T06:56:41.218" v="399" actId="1037"/>
          <ac:picMkLst>
            <pc:docMk/>
            <pc:sldMk cId="0" sldId="256"/>
            <ac:picMk id="13" creationId="{9CBCAF99-6A1B-D04B-956C-663041114650}"/>
          </ac:picMkLst>
        </pc:picChg>
        <pc:picChg chg="mod">
          <ac:chgData name="Poshika B" userId="07a38acd149dfe7b" providerId="LiveId" clId="{72356F2E-848B-47EA-8476-441502A36485}" dt="2026-10-13T06:57:32.126" v="435" actId="1038"/>
          <ac:picMkLst>
            <pc:docMk/>
            <pc:sldMk cId="0" sldId="256"/>
            <ac:picMk id="23" creationId="{196779B1-37A5-10D9-23DB-07D726FDF972}"/>
          </ac:picMkLst>
        </pc:picChg>
      </pc:sldChg>
      <pc:sldChg chg="modSp mod">
        <pc:chgData name="Poshika B" userId="07a38acd149dfe7b" providerId="LiveId" clId="{72356F2E-848B-47EA-8476-441502A36485}" dt="2026-10-13T03:38:30.469" v="62" actId="27636"/>
        <pc:sldMkLst>
          <pc:docMk/>
          <pc:sldMk cId="0" sldId="257"/>
        </pc:sldMkLst>
        <pc:spChg chg="mod">
          <ac:chgData name="Poshika B" userId="07a38acd149dfe7b" providerId="LiveId" clId="{72356F2E-848B-47EA-8476-441502A36485}" dt="2026-10-13T03:38:30.469" v="62" actId="27636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Poshika B" userId="07a38acd149dfe7b" providerId="LiveId" clId="{72356F2E-848B-47EA-8476-441502A36485}" dt="2026-10-13T04:14:19.787" v="333" actId="20577"/>
        <pc:sldMkLst>
          <pc:docMk/>
          <pc:sldMk cId="0" sldId="258"/>
        </pc:sldMkLst>
        <pc:spChg chg="mod">
          <ac:chgData name="Poshika B" userId="07a38acd149dfe7b" providerId="LiveId" clId="{72356F2E-848B-47EA-8476-441502A36485}" dt="2026-10-13T04:14:19.787" v="333" actId="20577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Poshika B" userId="07a38acd149dfe7b" providerId="LiveId" clId="{72356F2E-848B-47EA-8476-441502A36485}" dt="2026-10-13T04:14:33.342" v="335" actId="20577"/>
        <pc:sldMkLst>
          <pc:docMk/>
          <pc:sldMk cId="0" sldId="259"/>
        </pc:sldMkLst>
        <pc:spChg chg="mod">
          <ac:chgData name="Poshika B" userId="07a38acd149dfe7b" providerId="LiveId" clId="{72356F2E-848B-47EA-8476-441502A36485}" dt="2026-10-13T03:39:01.638" v="72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Poshika B" userId="07a38acd149dfe7b" providerId="LiveId" clId="{72356F2E-848B-47EA-8476-441502A36485}" dt="2026-10-13T04:14:33.342" v="335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oshika B" userId="07a38acd149dfe7b" providerId="LiveId" clId="{72356F2E-848B-47EA-8476-441502A36485}" dt="2026-10-13T03:39:36.543" v="79" actId="20577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Poshika B" userId="07a38acd149dfe7b" providerId="LiveId" clId="{72356F2E-848B-47EA-8476-441502A36485}" dt="2026-10-13T03:40:41.247" v="85" actId="20577"/>
        <pc:sldMkLst>
          <pc:docMk/>
          <pc:sldMk cId="0" sldId="260"/>
        </pc:sldMkLst>
        <pc:spChg chg="mod">
          <ac:chgData name="Poshika B" userId="07a38acd149dfe7b" providerId="LiveId" clId="{72356F2E-848B-47EA-8476-441502A36485}" dt="2026-10-13T03:40:02.476" v="82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Poshika B" userId="07a38acd149dfe7b" providerId="LiveId" clId="{72356F2E-848B-47EA-8476-441502A36485}" dt="2026-10-13T03:40:41.247" v="85" actId="20577"/>
          <ac:spMkLst>
            <pc:docMk/>
            <pc:sldMk cId="0" sldId="260"/>
            <ac:spMk id="13" creationId="{00000000-0000-0000-0000-000000000000}"/>
          </ac:spMkLst>
        </pc:spChg>
      </pc:sldChg>
      <pc:sldChg chg="modSp mod">
        <pc:chgData name="Poshika B" userId="07a38acd149dfe7b" providerId="LiveId" clId="{72356F2E-848B-47EA-8476-441502A36485}" dt="2026-10-13T04:02:25.801" v="145" actId="403"/>
        <pc:sldMkLst>
          <pc:docMk/>
          <pc:sldMk cId="0" sldId="262"/>
        </pc:sldMkLst>
        <pc:spChg chg="mod">
          <ac:chgData name="Poshika B" userId="07a38acd149dfe7b" providerId="LiveId" clId="{72356F2E-848B-47EA-8476-441502A36485}" dt="2026-10-13T03:41:17.180" v="103" actId="2763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Poshika B" userId="07a38acd149dfe7b" providerId="LiveId" clId="{72356F2E-848B-47EA-8476-441502A36485}" dt="2026-10-13T04:02:25.801" v="145" actId="403"/>
          <ac:spMkLst>
            <pc:docMk/>
            <pc:sldMk cId="0" sldId="262"/>
            <ac:spMk id="13" creationId="{00000000-0000-0000-0000-000000000000}"/>
          </ac:spMkLst>
        </pc:spChg>
      </pc:sldChg>
      <pc:sldChg chg="modSp mod">
        <pc:chgData name="Poshika B" userId="07a38acd149dfe7b" providerId="LiveId" clId="{72356F2E-848B-47EA-8476-441502A36485}" dt="2026-10-13T04:03:42.600" v="169" actId="404"/>
        <pc:sldMkLst>
          <pc:docMk/>
          <pc:sldMk cId="0" sldId="263"/>
        </pc:sldMkLst>
        <pc:spChg chg="mod">
          <ac:chgData name="Poshika B" userId="07a38acd149dfe7b" providerId="LiveId" clId="{72356F2E-848B-47EA-8476-441502A36485}" dt="2026-10-13T04:03:42.600" v="169" actId="404"/>
          <ac:spMkLst>
            <pc:docMk/>
            <pc:sldMk cId="0" sldId="263"/>
            <ac:spMk id="9" creationId="{00000000-0000-0000-0000-000000000000}"/>
          </ac:spMkLst>
        </pc:spChg>
      </pc:sldChg>
      <pc:sldChg chg="addSp delSp modSp mod">
        <pc:chgData name="Poshika B" userId="07a38acd149dfe7b" providerId="LiveId" clId="{72356F2E-848B-47EA-8476-441502A36485}" dt="2026-10-13T04:08:53.466" v="188" actId="14100"/>
        <pc:sldMkLst>
          <pc:docMk/>
          <pc:sldMk cId="126006680" sldId="264"/>
        </pc:sldMkLst>
        <pc:picChg chg="add del mod">
          <ac:chgData name="Poshika B" userId="07a38acd149dfe7b" providerId="LiveId" clId="{72356F2E-848B-47EA-8476-441502A36485}" dt="2026-10-13T04:07:52.727" v="178" actId="478"/>
          <ac:picMkLst>
            <pc:docMk/>
            <pc:sldMk cId="126006680" sldId="264"/>
            <ac:picMk id="4" creationId="{7ED46B7B-0EFA-F6C1-6159-0921F1B12B40}"/>
          </ac:picMkLst>
        </pc:picChg>
        <pc:picChg chg="add del mod">
          <ac:chgData name="Poshika B" userId="07a38acd149dfe7b" providerId="LiveId" clId="{72356F2E-848B-47EA-8476-441502A36485}" dt="2026-10-13T04:07:52.727" v="178" actId="478"/>
          <ac:picMkLst>
            <pc:docMk/>
            <pc:sldMk cId="126006680" sldId="264"/>
            <ac:picMk id="8" creationId="{9D457DC1-07E3-9928-94BD-120357538E4E}"/>
          </ac:picMkLst>
        </pc:picChg>
        <pc:picChg chg="add del mod">
          <ac:chgData name="Poshika B" userId="07a38acd149dfe7b" providerId="LiveId" clId="{72356F2E-848B-47EA-8476-441502A36485}" dt="2026-10-13T04:07:52.727" v="178" actId="478"/>
          <ac:picMkLst>
            <pc:docMk/>
            <pc:sldMk cId="126006680" sldId="264"/>
            <ac:picMk id="12" creationId="{EF191ED8-B76E-4946-0D93-79CD5616BA1B}"/>
          </ac:picMkLst>
        </pc:picChg>
        <pc:picChg chg="del">
          <ac:chgData name="Poshika B" userId="07a38acd149dfe7b" providerId="LiveId" clId="{72356F2E-848B-47EA-8476-441502A36485}" dt="2026-10-13T04:06:57.994" v="170" actId="478"/>
          <ac:picMkLst>
            <pc:docMk/>
            <pc:sldMk cId="126006680" sldId="264"/>
            <ac:picMk id="15" creationId="{94FDC630-DF63-7A35-2F1B-49C155A255E1}"/>
          </ac:picMkLst>
        </pc:picChg>
        <pc:picChg chg="add mod">
          <ac:chgData name="Poshika B" userId="07a38acd149dfe7b" providerId="LiveId" clId="{72356F2E-848B-47EA-8476-441502A36485}" dt="2026-10-13T04:08:21.023" v="182" actId="14100"/>
          <ac:picMkLst>
            <pc:docMk/>
            <pc:sldMk cId="126006680" sldId="264"/>
            <ac:picMk id="16" creationId="{AC003AE7-439B-2F67-3DFF-3B5CA8574B70}"/>
          </ac:picMkLst>
        </pc:picChg>
        <pc:picChg chg="del">
          <ac:chgData name="Poshika B" userId="07a38acd149dfe7b" providerId="LiveId" clId="{72356F2E-848B-47EA-8476-441502A36485}" dt="2026-10-13T04:06:59.338" v="171" actId="478"/>
          <ac:picMkLst>
            <pc:docMk/>
            <pc:sldMk cId="126006680" sldId="264"/>
            <ac:picMk id="17" creationId="{A29BFE95-F1DB-BAD6-BFA8-099E07860AF2}"/>
          </ac:picMkLst>
        </pc:picChg>
        <pc:picChg chg="del">
          <ac:chgData name="Poshika B" userId="07a38acd149dfe7b" providerId="LiveId" clId="{72356F2E-848B-47EA-8476-441502A36485}" dt="2026-10-13T04:07:00.691" v="172" actId="478"/>
          <ac:picMkLst>
            <pc:docMk/>
            <pc:sldMk cId="126006680" sldId="264"/>
            <ac:picMk id="19" creationId="{F6100B6A-1BB8-694E-00EF-F14DE3D22FB2}"/>
          </ac:picMkLst>
        </pc:picChg>
        <pc:picChg chg="add mod">
          <ac:chgData name="Poshika B" userId="07a38acd149dfe7b" providerId="LiveId" clId="{72356F2E-848B-47EA-8476-441502A36485}" dt="2026-10-13T04:08:35.893" v="184" actId="1076"/>
          <ac:picMkLst>
            <pc:docMk/>
            <pc:sldMk cId="126006680" sldId="264"/>
            <ac:picMk id="21" creationId="{EA9E94C4-BAD2-939A-301F-60C3D9291F05}"/>
          </ac:picMkLst>
        </pc:picChg>
        <pc:picChg chg="add mod">
          <ac:chgData name="Poshika B" userId="07a38acd149dfe7b" providerId="LiveId" clId="{72356F2E-848B-47EA-8476-441502A36485}" dt="2026-10-13T04:08:53.466" v="188" actId="14100"/>
          <ac:picMkLst>
            <pc:docMk/>
            <pc:sldMk cId="126006680" sldId="264"/>
            <ac:picMk id="23" creationId="{7DFB4D43-CDF4-7C46-7F44-E0E701CEDAB9}"/>
          </ac:picMkLst>
        </pc:picChg>
      </pc:sldChg>
      <pc:sldChg chg="modSp mod">
        <pc:chgData name="Poshika B" userId="07a38acd149dfe7b" providerId="LiveId" clId="{72356F2E-848B-47EA-8476-441502A36485}" dt="2026-10-13T04:10:06.922" v="259" actId="20577"/>
        <pc:sldMkLst>
          <pc:docMk/>
          <pc:sldMk cId="601274179" sldId="265"/>
        </pc:sldMkLst>
        <pc:graphicFrameChg chg="modGraphic">
          <ac:chgData name="Poshika B" userId="07a38acd149dfe7b" providerId="LiveId" clId="{72356F2E-848B-47EA-8476-441502A36485}" dt="2026-10-13T04:10:06.922" v="259" actId="20577"/>
          <ac:graphicFrameMkLst>
            <pc:docMk/>
            <pc:sldMk cId="601274179" sldId="265"/>
            <ac:graphicFrameMk id="5" creationId="{AC6620C1-474A-277F-92F5-7E6BBA16649E}"/>
          </ac:graphicFrameMkLst>
        </pc:graphicFrameChg>
      </pc:sldChg>
      <pc:sldChg chg="modSp mod">
        <pc:chgData name="Poshika B" userId="07a38acd149dfe7b" providerId="LiveId" clId="{72356F2E-848B-47EA-8476-441502A36485}" dt="2026-10-13T04:10:48.158" v="278" actId="12"/>
        <pc:sldMkLst>
          <pc:docMk/>
          <pc:sldMk cId="573326947" sldId="266"/>
        </pc:sldMkLst>
        <pc:spChg chg="mod">
          <ac:chgData name="Poshika B" userId="07a38acd149dfe7b" providerId="LiveId" clId="{72356F2E-848B-47EA-8476-441502A36485}" dt="2026-10-13T04:10:48.158" v="278" actId="12"/>
          <ac:spMkLst>
            <pc:docMk/>
            <pc:sldMk cId="573326947" sldId="266"/>
            <ac:spMk id="5" creationId="{6A4EB04C-34BF-4105-9FF0-258C24439C5A}"/>
          </ac:spMkLst>
        </pc:spChg>
      </pc:sldChg>
      <pc:sldChg chg="modSp mod">
        <pc:chgData name="Poshika B" userId="07a38acd149dfe7b" providerId="LiveId" clId="{72356F2E-848B-47EA-8476-441502A36485}" dt="2026-10-13T04:13:53.394" v="332" actId="2711"/>
        <pc:sldMkLst>
          <pc:docMk/>
          <pc:sldMk cId="1191201146" sldId="268"/>
        </pc:sldMkLst>
        <pc:spChg chg="mod">
          <ac:chgData name="Poshika B" userId="07a38acd149dfe7b" providerId="LiveId" clId="{72356F2E-848B-47EA-8476-441502A36485}" dt="2026-10-13T04:13:53.394" v="332" actId="2711"/>
          <ac:spMkLst>
            <pc:docMk/>
            <pc:sldMk cId="1191201146" sldId="268"/>
            <ac:spMk id="4" creationId="{802AFA8F-8720-B7F4-5AAD-3DB2448C4D38}"/>
          </ac:spMkLst>
        </pc:spChg>
      </pc:sldChg>
      <pc:sldChg chg="modSp mod">
        <pc:chgData name="Poshika B" userId="07a38acd149dfe7b" providerId="LiveId" clId="{72356F2E-848B-47EA-8476-441502A36485}" dt="2026-10-13T04:13:34.445" v="330" actId="12"/>
        <pc:sldMkLst>
          <pc:docMk/>
          <pc:sldMk cId="1004462969" sldId="269"/>
        </pc:sldMkLst>
        <pc:spChg chg="mod">
          <ac:chgData name="Poshika B" userId="07a38acd149dfe7b" providerId="LiveId" clId="{72356F2E-848B-47EA-8476-441502A36485}" dt="2026-10-13T04:13:34.445" v="330" actId="12"/>
          <ac:spMkLst>
            <pc:docMk/>
            <pc:sldMk cId="1004462969" sldId="269"/>
            <ac:spMk id="4" creationId="{B08734A9-E26B-4D3F-A578-B977DFFFDF75}"/>
          </ac:spMkLst>
        </pc:spChg>
      </pc:sldChg>
      <pc:sldChg chg="modSp mod">
        <pc:chgData name="Poshika B" userId="07a38acd149dfe7b" providerId="LiveId" clId="{72356F2E-848B-47EA-8476-441502A36485}" dt="2026-10-13T04:12:40.788" v="312" actId="2711"/>
        <pc:sldMkLst>
          <pc:docMk/>
          <pc:sldMk cId="3171006255" sldId="270"/>
        </pc:sldMkLst>
        <pc:spChg chg="mod">
          <ac:chgData name="Poshika B" userId="07a38acd149dfe7b" providerId="LiveId" clId="{72356F2E-848B-47EA-8476-441502A36485}" dt="2026-10-13T04:12:40.788" v="312" actId="2711"/>
          <ac:spMkLst>
            <pc:docMk/>
            <pc:sldMk cId="3171006255" sldId="270"/>
            <ac:spMk id="4" creationId="{5A0A0BB0-0637-8DB8-E331-9887BB47B37F}"/>
          </ac:spMkLst>
        </pc:spChg>
      </pc:sldChg>
      <pc:sldChg chg="modSp mod">
        <pc:chgData name="Poshika B" userId="07a38acd149dfe7b" providerId="LiveId" clId="{72356F2E-848B-47EA-8476-441502A36485}" dt="2026-10-13T04:11:12.673" v="291" actId="2711"/>
        <pc:sldMkLst>
          <pc:docMk/>
          <pc:sldMk cId="4117527524" sldId="271"/>
        </pc:sldMkLst>
        <pc:spChg chg="mod">
          <ac:chgData name="Poshika B" userId="07a38acd149dfe7b" providerId="LiveId" clId="{72356F2E-848B-47EA-8476-441502A36485}" dt="2026-10-13T04:11:12.673" v="291" actId="2711"/>
          <ac:spMkLst>
            <pc:docMk/>
            <pc:sldMk cId="4117527524" sldId="271"/>
            <ac:spMk id="4" creationId="{98FDF226-3719-FCE7-8F4F-C2A79ADADB0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519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3820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ublicdomainpictures.net/en/view-image.php?image=80234&amp;picture=thank-you-text" TargetMode="Externa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87660"/>
            <a:ext cx="2925987" cy="14099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34187" y="548580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4" name="Text 1"/>
          <p:cNvSpPr/>
          <p:nvPr/>
        </p:nvSpPr>
        <p:spPr>
          <a:xfrm>
            <a:off x="8229394" y="636191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Dept. of CSA – BCA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534187" y="1182588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6" name="Text 3"/>
          <p:cNvSpPr/>
          <p:nvPr/>
        </p:nvSpPr>
        <p:spPr>
          <a:xfrm>
            <a:off x="8229394" y="1270198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 Year – I Semester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09585" y="2495363"/>
            <a:ext cx="10972526" cy="772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50" b="1" kern="100" spc="56" dirty="0">
                <a:solidFill>
                  <a:srgbClr val="1F1A1A"/>
                </a:solidFill>
                <a:latin typeface="Caladea Bold" pitchFamily="34" charset="0"/>
              </a:rPr>
              <a:t>TO DO LIST APPLICATION </a:t>
            </a:r>
            <a:endParaRPr lang="en-US" sz="5050" dirty="0"/>
          </a:p>
        </p:txBody>
      </p:sp>
      <p:sp>
        <p:nvSpPr>
          <p:cNvPr id="8" name="Shape 5"/>
          <p:cNvSpPr/>
          <p:nvPr/>
        </p:nvSpPr>
        <p:spPr>
          <a:xfrm>
            <a:off x="609585" y="3718520"/>
            <a:ext cx="6339622" cy="548580"/>
          </a:xfrm>
          <a:prstGeom prst="roundRect">
            <a:avLst>
              <a:gd name="adj" fmla="val 49999"/>
            </a:avLst>
          </a:prstGeom>
          <a:solidFill>
            <a:srgbClr val="A90000"/>
          </a:solidFill>
          <a:ln/>
        </p:spPr>
      </p:sp>
      <p:sp>
        <p:nvSpPr>
          <p:cNvPr id="9" name="Text 6"/>
          <p:cNvSpPr/>
          <p:nvPr/>
        </p:nvSpPr>
        <p:spPr>
          <a:xfrm>
            <a:off x="304792" y="3816350"/>
            <a:ext cx="69492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Team Name: THREE  BRAIN CELLS 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6DC159-B59B-B729-F6DF-8BF7B73EA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598" y="6463810"/>
            <a:ext cx="1053199" cy="3663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96779B1-37A5-10D9-23DB-07D726FDF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" y="4717542"/>
            <a:ext cx="8281976" cy="13286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4A0FB9-88C1-92E9-6D87-20EF801C9D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329" y="4974184"/>
            <a:ext cx="3009155" cy="8154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BCAF99-6A1B-D04B-956C-6630411146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5833" y="4974184"/>
            <a:ext cx="3009155" cy="81541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0C1172-8B12-68BF-BDD3-1B6D5E26BF95}"/>
              </a:ext>
            </a:extLst>
          </p:cNvPr>
          <p:cNvSpPr txBox="1"/>
          <p:nvPr/>
        </p:nvSpPr>
        <p:spPr>
          <a:xfrm>
            <a:off x="850756" y="5004340"/>
            <a:ext cx="3525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M NANDISHWAR REDDY </a:t>
            </a:r>
          </a:p>
          <a:p>
            <a:r>
              <a:rPr lang="en-IN" sz="2000" dirty="0"/>
              <a:t>2610520015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67ACC7-952D-C022-6EED-2CFFEDA9B55B}"/>
              </a:ext>
            </a:extLst>
          </p:cNvPr>
          <p:cNvSpPr txBox="1"/>
          <p:nvPr/>
        </p:nvSpPr>
        <p:spPr>
          <a:xfrm>
            <a:off x="5005084" y="5004340"/>
            <a:ext cx="3525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AMGOTH ANKITH NAYAK 2610520023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1F6E6C-17CA-7F1B-8AA4-1BFEC71E52F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8109"/>
          <a:stretch>
            <a:fillRect/>
          </a:stretch>
        </p:blipFill>
        <p:spPr>
          <a:xfrm>
            <a:off x="8229394" y="4822224"/>
            <a:ext cx="3900403" cy="12039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F85C3C7-EA81-CE90-1AD6-47C523F57550}"/>
              </a:ext>
            </a:extLst>
          </p:cNvPr>
          <p:cNvSpPr txBox="1"/>
          <p:nvPr/>
        </p:nvSpPr>
        <p:spPr>
          <a:xfrm>
            <a:off x="9151337" y="5027946"/>
            <a:ext cx="39004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CHAMAKURA DEEKSHITHA </a:t>
            </a:r>
          </a:p>
          <a:p>
            <a:r>
              <a:rPr lang="en-IN" sz="2000" dirty="0"/>
              <a:t>2610520030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BCB7E7-E1B5-0014-AB71-8D9D2EFD0B59}"/>
              </a:ext>
            </a:extLst>
          </p:cNvPr>
          <p:cNvSpPr txBox="1"/>
          <p:nvPr/>
        </p:nvSpPr>
        <p:spPr>
          <a:xfrm>
            <a:off x="-858416" y="11943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87660"/>
            <a:ext cx="2925987" cy="14099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34187" y="548580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4" name="Text 1"/>
          <p:cNvSpPr/>
          <p:nvPr/>
        </p:nvSpPr>
        <p:spPr>
          <a:xfrm>
            <a:off x="8229394" y="636191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Dept. of CSA – BCA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534187" y="1182588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6" name="Text 3"/>
          <p:cNvSpPr/>
          <p:nvPr/>
        </p:nvSpPr>
        <p:spPr>
          <a:xfrm>
            <a:off x="8229394" y="1270198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 Year – I Semester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09585" y="2006600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100" spc="56" dirty="0">
                <a:solidFill>
                  <a:srgbClr val="1F1A1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609585" y="3111500"/>
            <a:ext cx="10972526" cy="3429000"/>
          </a:xfrm>
          <a:prstGeom prst="roundRect">
            <a:avLst>
              <a:gd name="adj" fmla="val 3413"/>
            </a:avLst>
          </a:prstGeom>
          <a:solidFill>
            <a:srgbClr val="F8EEEE"/>
          </a:solidFill>
          <a:ln/>
        </p:spPr>
      </p:sp>
      <p:sp>
        <p:nvSpPr>
          <p:cNvPr id="9" name="Text 6"/>
          <p:cNvSpPr/>
          <p:nvPr/>
        </p:nvSpPr>
        <p:spPr>
          <a:xfrm>
            <a:off x="838179" y="3495642"/>
            <a:ext cx="10515337" cy="2726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65760" indent="-365760">
              <a:buSzPct val="10000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Linux provides a powerful command-line environment in which users can automate everyday tasks using shell scripts. Bash is one of the most widely used shells in Linux. </a:t>
            </a:r>
          </a:p>
          <a:p>
            <a:pPr marL="365760" indent="-365760">
              <a:buSzPct val="10000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A small menu-driven application is a useful way for beginners to learn how commands and programming logic work together. This project uses Bash to create a simple To-Do List Application. </a:t>
            </a:r>
          </a:p>
          <a:p>
            <a:pPr marL="365760" indent="-365760">
              <a:buSzPct val="10000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The user can add task descriptions, view the list, mark a selected task as complete, or delete it. The application saves tasks in a text file in the project directory. </a:t>
            </a:r>
            <a:endParaRPr lang="en-US" sz="2400" dirty="0">
              <a:latin typeface="Carlito Bold" panose="020B0604020202020204" charset="0"/>
              <a:cs typeface="Carlito Bold" panose="020B060402020202020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4006FD-94E3-31D7-218E-EA5E64154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598" y="6463810"/>
            <a:ext cx="1053199" cy="366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87660"/>
            <a:ext cx="2925987" cy="14099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34187" y="548580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4" name="Text 1"/>
          <p:cNvSpPr/>
          <p:nvPr/>
        </p:nvSpPr>
        <p:spPr>
          <a:xfrm>
            <a:off x="8229394" y="636191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Dept. of CSA – BCA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534187" y="1182588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6" name="Text 3"/>
          <p:cNvSpPr/>
          <p:nvPr/>
        </p:nvSpPr>
        <p:spPr>
          <a:xfrm>
            <a:off x="8229394" y="1270198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 Year – I Semester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09585" y="2006600"/>
            <a:ext cx="10972526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100" spc="56" dirty="0">
                <a:solidFill>
                  <a:srgbClr val="1F1A1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Problem Statement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609585" y="3111500"/>
            <a:ext cx="10972526" cy="3429000"/>
          </a:xfrm>
          <a:prstGeom prst="roundRect">
            <a:avLst>
              <a:gd name="adj" fmla="val 3413"/>
            </a:avLst>
          </a:prstGeom>
          <a:solidFill>
            <a:srgbClr val="F8EEEE"/>
          </a:solidFill>
          <a:ln/>
        </p:spPr>
      </p:sp>
      <p:sp>
        <p:nvSpPr>
          <p:cNvPr id="9" name="Text 6"/>
          <p:cNvSpPr/>
          <p:nvPr/>
        </p:nvSpPr>
        <p:spPr>
          <a:xfrm>
            <a:off x="838179" y="3547298"/>
            <a:ext cx="10515337" cy="2449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>
              <a:buSzPct val="100000"/>
              <a:buChar char="•"/>
            </a:pPr>
            <a:r>
              <a:rPr lang="en-IN" sz="2800" dirty="0">
                <a:latin typeface="Carlito Bold" panose="020B0604020202020204" charset="0"/>
                <a:cs typeface="Carlito Bold" panose="020B0604020202020204" charset="0"/>
              </a:rPr>
              <a:t>Keeping track of daily tasks with paper notes or memory can make it difficult to record and review tasks in one place. </a:t>
            </a:r>
          </a:p>
          <a:p>
            <a:pPr marL="365760" indent="-365760">
              <a:buSzPct val="100000"/>
              <a:buChar char="•"/>
            </a:pPr>
            <a:r>
              <a:rPr lang="en-IN" sz="2800" dirty="0">
                <a:latin typeface="Carlito Bold" panose="020B0604020202020204" charset="0"/>
                <a:cs typeface="Carlito Bold" panose="020B0604020202020204" charset="0"/>
              </a:rPr>
              <a:t>A simple task-list program can collect a small set of tasks and display them in an organized, numbered list. </a:t>
            </a:r>
            <a:endParaRPr lang="en-US" sz="2800" dirty="0">
              <a:latin typeface="Carlito Bold" panose="020B0604020202020204" charset="0"/>
              <a:cs typeface="Carlito Bold" panose="020B060402020202020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7938AA-72DE-DD3F-4EE5-D5C2F6404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598" y="6463810"/>
            <a:ext cx="1053199" cy="3663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1D0E7B2-AD99-E4D2-EAA7-7A632D378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0834" y="6463810"/>
            <a:ext cx="1268964" cy="36633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87660"/>
            <a:ext cx="2925987" cy="14099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34187" y="548580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4" name="Text 1"/>
          <p:cNvSpPr/>
          <p:nvPr/>
        </p:nvSpPr>
        <p:spPr>
          <a:xfrm>
            <a:off x="8229394" y="636191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Dept. of CSA – BCA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534187" y="1182588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6" name="Text 3"/>
          <p:cNvSpPr/>
          <p:nvPr/>
        </p:nvSpPr>
        <p:spPr>
          <a:xfrm>
            <a:off x="8229394" y="1270198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 Year – I Semester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09585" y="209708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kern="100" spc="56" dirty="0">
                <a:solidFill>
                  <a:srgbClr val="1F1A1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Objectives &amp; Scope of the project 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609585" y="3031666"/>
            <a:ext cx="5257668" cy="3695700"/>
          </a:xfrm>
          <a:prstGeom prst="roundRect">
            <a:avLst>
              <a:gd name="adj" fmla="val 3167"/>
            </a:avLst>
          </a:prstGeom>
          <a:solidFill>
            <a:srgbClr val="F8EEE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812780" y="3314700"/>
            <a:ext cx="485127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12780" y="4111625"/>
            <a:ext cx="4851279" cy="224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Collect three task descriptions from the user</a:t>
            </a:r>
            <a:r>
              <a:rPr lang="en-IN">
                <a:latin typeface="Carlito Bold" panose="020B0604020202020204" charset="0"/>
                <a:cs typeface="Carlito Bold" panose="020B0604020202020204" charset="0"/>
              </a:rPr>
              <a:t>. 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IN">
                <a:latin typeface="Carlito Bold" panose="020B0604020202020204" charset="0"/>
                <a:cs typeface="Carlito Bold" panose="020B0604020202020204" charset="0"/>
              </a:rPr>
              <a:t> </a:t>
            </a: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Store each task in tasks.txt. 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 Display the saved tasks in a numbered format.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 Demonstrate basic Bash input, output, file handling, and command-line usage. </a:t>
            </a:r>
            <a:endParaRPr lang="en-US" sz="1800" dirty="0">
              <a:latin typeface="Carlito Bold" panose="020B0604020202020204" charset="0"/>
              <a:cs typeface="Carlito Bold" panose="020B060402020202020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24442" y="3003673"/>
            <a:ext cx="5257668" cy="3695700"/>
          </a:xfrm>
          <a:prstGeom prst="roundRect">
            <a:avLst>
              <a:gd name="adj" fmla="val 3167"/>
            </a:avLst>
          </a:prstGeom>
          <a:solidFill>
            <a:srgbClr val="F8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527637" y="3314700"/>
            <a:ext cx="485127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Scope of the project 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527637" y="4111625"/>
            <a:ext cx="4851279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65760" indent="-365760">
              <a:buSzPct val="100000"/>
              <a:buChar char="•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The project covers a basic, single-user task list in a local text file. </a:t>
            </a:r>
          </a:p>
          <a:p>
            <a:pPr marL="365760" indent="-365760">
              <a:buSzPct val="100000"/>
              <a:buChar char="•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It supports entering and displaying three tasks per run.</a:t>
            </a:r>
          </a:p>
          <a:p>
            <a:pPr marL="365760" indent="-365760">
              <a:buSzPct val="100000"/>
              <a:buChar char="•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 It does not include task editing, deletion, due dates, priorities, search, reminders, multiple users, or a graphical interface.</a:t>
            </a:r>
            <a:endParaRPr lang="en-US" sz="1800" dirty="0">
              <a:latin typeface="Carlito Bold" panose="020B0604020202020204" charset="0"/>
              <a:cs typeface="Carlito Bold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1723666-CC5F-7F00-204C-DB0445920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98" y="6463810"/>
            <a:ext cx="1053199" cy="36633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87660"/>
            <a:ext cx="2925987" cy="14099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34187" y="548580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4" name="Text 1"/>
          <p:cNvSpPr/>
          <p:nvPr/>
        </p:nvSpPr>
        <p:spPr>
          <a:xfrm>
            <a:off x="8229394" y="636191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Dept. of CSA – BCA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534187" y="1182588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6" name="Text 3"/>
          <p:cNvSpPr/>
          <p:nvPr/>
        </p:nvSpPr>
        <p:spPr>
          <a:xfrm>
            <a:off x="8229394" y="1270198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 Year – I Semester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09585" y="2082800"/>
            <a:ext cx="10972526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kern="100" spc="56" dirty="0">
                <a:solidFill>
                  <a:srgbClr val="1F1A1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Existing vs. Proposed System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609585" y="2938360"/>
            <a:ext cx="5257668" cy="3695700"/>
          </a:xfrm>
          <a:prstGeom prst="roundRect">
            <a:avLst>
              <a:gd name="adj" fmla="val 3167"/>
            </a:avLst>
          </a:prstGeom>
          <a:solidFill>
            <a:srgbClr val="F8EEEE"/>
          </a:solidFill>
          <a:ln/>
        </p:spPr>
      </p:sp>
      <p:sp>
        <p:nvSpPr>
          <p:cNvPr id="9" name="Text 6"/>
          <p:cNvSpPr/>
          <p:nvPr/>
        </p:nvSpPr>
        <p:spPr>
          <a:xfrm>
            <a:off x="812780" y="3314700"/>
            <a:ext cx="485127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12780" y="4111625"/>
            <a:ext cx="4851279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>
              <a:buSzPct val="100000"/>
              <a:buChar char="•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Tasks may be recorded manually in a notebook or remembered without a dedicated system. </a:t>
            </a:r>
          </a:p>
          <a:p>
            <a:pPr marL="365760" indent="-365760">
              <a:buSzPct val="100000"/>
              <a:buChar char="•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These methods are easy to start with, but tasks can be misplaced, forgotten, or difficult to review together.</a:t>
            </a:r>
            <a:endParaRPr lang="en-US" sz="1800" dirty="0">
              <a:latin typeface="Carlito Bold" panose="020B0604020202020204" charset="0"/>
              <a:cs typeface="Carlito Bold" panose="020B060402020202020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24442" y="2910373"/>
            <a:ext cx="5257668" cy="3695700"/>
          </a:xfrm>
          <a:prstGeom prst="roundRect">
            <a:avLst>
              <a:gd name="adj" fmla="val 3167"/>
            </a:avLst>
          </a:prstGeom>
          <a:solidFill>
            <a:srgbClr val="F8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527637" y="3314700"/>
            <a:ext cx="485127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527637" y="4111625"/>
            <a:ext cx="4851279" cy="216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>
              <a:buSzPct val="100000"/>
              <a:buChar char="•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The proposed system is a Bash script that asks the user to enter three tasks, saves them in a text file named tasks.txt, and displays the saved tasks with line numbers. </a:t>
            </a:r>
          </a:p>
          <a:p>
            <a:pPr marL="365760" indent="-365760">
              <a:buSzPct val="100000"/>
              <a:buChar char="•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The file provides a basic record that can be viewed again later.</a:t>
            </a:r>
            <a:endParaRPr lang="en-US" sz="1800" dirty="0">
              <a:latin typeface="Carlito Bold" panose="020B0604020202020204" charset="0"/>
              <a:cs typeface="Carlito Bold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F1962AB-AFAF-FEA4-B1A5-AC2E453F0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98" y="6463810"/>
            <a:ext cx="1053199" cy="36633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87660"/>
            <a:ext cx="2925987" cy="14099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34187" y="548580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4" name="Text 1"/>
          <p:cNvSpPr/>
          <p:nvPr/>
        </p:nvSpPr>
        <p:spPr>
          <a:xfrm>
            <a:off x="8229394" y="636191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Dept. of CSA – BCA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534187" y="1182588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6" name="Text 3"/>
          <p:cNvSpPr/>
          <p:nvPr/>
        </p:nvSpPr>
        <p:spPr>
          <a:xfrm>
            <a:off x="8229394" y="1270198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 Year – I Semester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09585" y="2082800"/>
            <a:ext cx="10972526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100" spc="56" dirty="0">
                <a:solidFill>
                  <a:srgbClr val="1F1A1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System Requirements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609585" y="2984500"/>
            <a:ext cx="5257668" cy="2847975"/>
          </a:xfrm>
          <a:prstGeom prst="roundRect">
            <a:avLst>
              <a:gd name="adj" fmla="val 3022"/>
            </a:avLst>
          </a:prstGeom>
          <a:solidFill>
            <a:srgbClr val="F8EEEE"/>
          </a:solidFill>
          <a:ln/>
        </p:spPr>
      </p:sp>
      <p:sp>
        <p:nvSpPr>
          <p:cNvPr id="9" name="Text 6"/>
          <p:cNvSpPr/>
          <p:nvPr/>
        </p:nvSpPr>
        <p:spPr>
          <a:xfrm>
            <a:off x="812780" y="3136900"/>
            <a:ext cx="485127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Hardware Requirements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12780" y="3933825"/>
            <a:ext cx="4851279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Computer or laptop</a:t>
            </a:r>
            <a:endParaRPr lang="en-US" sz="1800" dirty="0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Minimum 4 GB RAM recommended</a:t>
            </a:r>
            <a:endParaRPr lang="en-US" sz="1800" dirty="0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Keyboard and display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324442" y="2984500"/>
            <a:ext cx="5257668" cy="2845302"/>
          </a:xfrm>
          <a:prstGeom prst="roundRect">
            <a:avLst>
              <a:gd name="adj" fmla="val 3022"/>
            </a:avLst>
          </a:prstGeom>
          <a:solidFill>
            <a:srgbClr val="F8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527637" y="3136900"/>
            <a:ext cx="485127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Software Requirements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527637" y="3933825"/>
            <a:ext cx="4851279" cy="189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Ubuntu Linux or Windows Subsystem for Linux (WSL)</a:t>
            </a:r>
            <a:endParaRPr lang="en-US" sz="1800" dirty="0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Bash shell</a:t>
            </a:r>
            <a:endParaRPr lang="en-US" sz="1800" dirty="0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Terminal application and text editor (</a:t>
            </a:r>
            <a:r>
              <a:rPr lang="en-US" sz="180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nano</a:t>
            </a:r>
            <a:r>
              <a:rPr lang="en-US" sz="18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 or </a:t>
            </a:r>
            <a:r>
              <a:rPr lang="en-US" sz="1800" b="1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vim</a:t>
            </a:r>
            <a:r>
              <a:rPr lang="en-US" sz="18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87660"/>
            <a:ext cx="2925987" cy="14099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34187" y="548580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4" name="Text 1"/>
          <p:cNvSpPr/>
          <p:nvPr/>
        </p:nvSpPr>
        <p:spPr>
          <a:xfrm>
            <a:off x="8229394" y="636191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Dept. of CSA – BCA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534187" y="1182588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6" name="Text 3"/>
          <p:cNvSpPr/>
          <p:nvPr/>
        </p:nvSpPr>
        <p:spPr>
          <a:xfrm>
            <a:off x="8229394" y="1270198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 Year – I Semester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09585" y="2082800"/>
            <a:ext cx="10972526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kern="100" spc="56" dirty="0">
                <a:solidFill>
                  <a:srgbClr val="1F1A1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System Design &amp; Process Flow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609585" y="2984500"/>
            <a:ext cx="5257668" cy="3416300"/>
          </a:xfrm>
          <a:prstGeom prst="roundRect">
            <a:avLst>
              <a:gd name="adj" fmla="val 3426"/>
            </a:avLst>
          </a:prstGeom>
          <a:solidFill>
            <a:srgbClr val="F8EEEE"/>
          </a:solidFill>
          <a:ln/>
        </p:spPr>
      </p:sp>
      <p:sp>
        <p:nvSpPr>
          <p:cNvPr id="9" name="Text 6"/>
          <p:cNvSpPr/>
          <p:nvPr/>
        </p:nvSpPr>
        <p:spPr>
          <a:xfrm>
            <a:off x="812780" y="3136900"/>
            <a:ext cx="485127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Design Steps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12780" y="3933825"/>
            <a:ext cx="4851279" cy="1911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buSzPct val="100000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Main components: </a:t>
            </a:r>
          </a:p>
          <a:p>
            <a:pPr marL="365760" indent="-365760">
              <a:buSzPct val="100000"/>
              <a:buFont typeface="+mj-lt"/>
              <a:buAutoNum type="arabicPeriod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User interface: Terminal prompts and messages.</a:t>
            </a:r>
          </a:p>
          <a:p>
            <a:pPr marL="365760" indent="-365760">
              <a:buSzPct val="100000"/>
              <a:buFont typeface="+mj-lt"/>
              <a:buAutoNum type="arabicPeriod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Input handling: Bash read commands. </a:t>
            </a:r>
          </a:p>
          <a:p>
            <a:pPr marL="365760" indent="-365760">
              <a:buSzPct val="100000"/>
              <a:buFont typeface="+mj-lt"/>
              <a:buAutoNum type="arabicPeriod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File handling: touch creates the file; &gt;&gt; appends tasks. </a:t>
            </a:r>
          </a:p>
          <a:p>
            <a:pPr marL="365760" indent="-365760">
              <a:buSzPct val="100000"/>
              <a:buFont typeface="+mj-lt"/>
              <a:buAutoNum type="arabicPeriod"/>
            </a:pPr>
            <a:r>
              <a:rPr lang="en-IN" dirty="0">
                <a:latin typeface="Carlito Bold" panose="020B0604020202020204" charset="0"/>
                <a:cs typeface="Carlito Bold" panose="020B0604020202020204" charset="0"/>
              </a:rPr>
              <a:t>Output: cat -n displays the task list with line numbers.</a:t>
            </a:r>
            <a:endParaRPr lang="en-US" sz="1800" dirty="0">
              <a:latin typeface="Carlito Bold" panose="020B0604020202020204" charset="0"/>
              <a:cs typeface="Carlito Bold" panose="020B060402020202020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24442" y="2984500"/>
            <a:ext cx="5257668" cy="3416300"/>
          </a:xfrm>
          <a:prstGeom prst="roundRect">
            <a:avLst>
              <a:gd name="adj" fmla="val 3426"/>
            </a:avLst>
          </a:prstGeom>
          <a:solidFill>
            <a:srgbClr val="F8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527637" y="3136900"/>
            <a:ext cx="485127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Process Flow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527637" y="3594100"/>
            <a:ext cx="4851279" cy="271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Start 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↓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 Display “TASK LIST”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 ↓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 Create or open tasks.txt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 ↓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 Prompt for task 1 → Read input→ Append to file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 ↓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 Prompt for task 2 → Read input → Append to file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 ↓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 Prompt for task 3 → Read input → Append to file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 ↓ 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Display “Your tasks:” 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↓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 Print numbered contents of tasks.txt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 ↓</a:t>
            </a:r>
          </a:p>
          <a:p>
            <a:pPr algn="ctr"/>
            <a:r>
              <a:rPr lang="en-IN" sz="1050" dirty="0">
                <a:latin typeface="Carlito Bold" panose="020B0604020202020204" charset="0"/>
                <a:cs typeface="Carlito Bold" panose="020B0604020202020204" charset="0"/>
              </a:rPr>
              <a:t> End</a:t>
            </a:r>
            <a:endParaRPr lang="en-US" sz="1050" dirty="0">
              <a:latin typeface="Carlito Bold" panose="020B0604020202020204" charset="0"/>
              <a:cs typeface="Carlito Bold" panose="020B060402020202020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F2BBD5A-8B40-F74D-04C2-4654B5B7C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598" y="6463810"/>
            <a:ext cx="1053199" cy="3663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5F03F9C-1A14-4710-3637-F3AA35866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598" y="6463810"/>
            <a:ext cx="1053199" cy="36633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87660"/>
            <a:ext cx="2925987" cy="14099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34187" y="548580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4" name="Text 1"/>
          <p:cNvSpPr/>
          <p:nvPr/>
        </p:nvSpPr>
        <p:spPr>
          <a:xfrm>
            <a:off x="8229394" y="636191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Dept. of CSA – BCA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534187" y="1182588"/>
            <a:ext cx="3047924" cy="487660"/>
          </a:xfrm>
          <a:prstGeom prst="roundRect">
            <a:avLst>
              <a:gd name="adj" fmla="val 49999"/>
            </a:avLst>
          </a:prstGeom>
          <a:solidFill>
            <a:srgbClr val="F8EEEE"/>
          </a:solidFill>
          <a:ln/>
        </p:spPr>
      </p:sp>
      <p:sp>
        <p:nvSpPr>
          <p:cNvPr id="6" name="Text 3"/>
          <p:cNvSpPr/>
          <p:nvPr/>
        </p:nvSpPr>
        <p:spPr>
          <a:xfrm>
            <a:off x="8229394" y="1270198"/>
            <a:ext cx="365750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50" b="1" dirty="0">
                <a:solidFill>
                  <a:srgbClr val="A9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 Year – I Semester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09585" y="1905000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100" spc="56" dirty="0">
                <a:solidFill>
                  <a:srgbClr val="1F1A1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Algorithm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609585" y="2921000"/>
            <a:ext cx="10972526" cy="2952557"/>
          </a:xfrm>
          <a:prstGeom prst="roundRect">
            <a:avLst>
              <a:gd name="adj" fmla="val 2973"/>
            </a:avLst>
          </a:prstGeom>
          <a:solidFill>
            <a:srgbClr val="F8EEEE"/>
          </a:solidFill>
          <a:ln/>
        </p:spPr>
      </p:sp>
      <p:sp>
        <p:nvSpPr>
          <p:cNvPr id="9" name="Text 6"/>
          <p:cNvSpPr/>
          <p:nvPr/>
        </p:nvSpPr>
        <p:spPr>
          <a:xfrm>
            <a:off x="812780" y="3048000"/>
            <a:ext cx="10566136" cy="295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>
              <a:buSzPct val="100000"/>
              <a:buFont typeface="+mj-lt"/>
              <a:buAutoNum type="arabicPeriod"/>
            </a:pPr>
            <a:r>
              <a:rPr lang="en-IN" sz="2000" dirty="0">
                <a:latin typeface="Carlito Bold" panose="020B0604020202020204" charset="0"/>
                <a:cs typeface="Carlito Bold" panose="020B0604020202020204" charset="0"/>
              </a:rPr>
              <a:t>Start the program. </a:t>
            </a:r>
          </a:p>
          <a:p>
            <a:pPr marL="365760" indent="-365760">
              <a:buSzPct val="100000"/>
              <a:buFont typeface="+mj-lt"/>
              <a:buAutoNum type="arabicPeriod"/>
            </a:pPr>
            <a:r>
              <a:rPr lang="en-IN" sz="2000" dirty="0">
                <a:latin typeface="Carlito Bold" panose="020B0604020202020204" charset="0"/>
                <a:cs typeface="Carlito Bold" panose="020B0604020202020204" charset="0"/>
              </a:rPr>
              <a:t> Display the title “TASK LIST”. </a:t>
            </a:r>
          </a:p>
          <a:p>
            <a:pPr marL="365760" indent="-365760">
              <a:buSzPct val="100000"/>
              <a:buFont typeface="+mj-lt"/>
              <a:buAutoNum type="arabicPeriod"/>
            </a:pPr>
            <a:r>
              <a:rPr lang="en-IN" sz="2000" dirty="0">
                <a:latin typeface="Carlito Bold" panose="020B0604020202020204" charset="0"/>
                <a:cs typeface="Carlito Bold" panose="020B0604020202020204" charset="0"/>
              </a:rPr>
              <a:t>Create tasks.txt if it does not already exist. </a:t>
            </a:r>
          </a:p>
          <a:p>
            <a:pPr marL="365760" indent="-365760">
              <a:buSzPct val="100000"/>
              <a:buFont typeface="+mj-lt"/>
              <a:buAutoNum type="arabicPeriod"/>
            </a:pPr>
            <a:r>
              <a:rPr lang="en-IN" sz="2000" dirty="0">
                <a:latin typeface="Carlito Bold" panose="020B0604020202020204" charset="0"/>
                <a:cs typeface="Carlito Bold" panose="020B0604020202020204" charset="0"/>
              </a:rPr>
              <a:t> Prompt the user to enter the first task. </a:t>
            </a:r>
          </a:p>
          <a:p>
            <a:pPr marL="365760" indent="-365760">
              <a:buSzPct val="100000"/>
              <a:buFont typeface="+mj-lt"/>
              <a:buAutoNum type="arabicPeriod"/>
            </a:pPr>
            <a:r>
              <a:rPr lang="en-IN" sz="2000" dirty="0">
                <a:latin typeface="Carlito Bold" panose="020B0604020202020204" charset="0"/>
                <a:cs typeface="Carlito Bold" panose="020B0604020202020204" charset="0"/>
              </a:rPr>
              <a:t>Read the input and append it to tasks.txt.</a:t>
            </a:r>
          </a:p>
          <a:p>
            <a:pPr marL="365760" indent="-365760">
              <a:buSzPct val="100000"/>
              <a:buFont typeface="+mj-lt"/>
              <a:buAutoNum type="arabicPeriod"/>
            </a:pPr>
            <a:r>
              <a:rPr lang="en-IN" sz="2000" dirty="0">
                <a:latin typeface="Carlito Bold" panose="020B0604020202020204" charset="0"/>
                <a:cs typeface="Carlito Bold" panose="020B0604020202020204" charset="0"/>
              </a:rPr>
              <a:t> Repeat the prompt, input, and append steps for the second and third tasks. </a:t>
            </a:r>
          </a:p>
          <a:p>
            <a:pPr marL="365760" indent="-365760">
              <a:buSzPct val="100000"/>
              <a:buFont typeface="+mj-lt"/>
              <a:buAutoNum type="arabicPeriod"/>
            </a:pPr>
            <a:r>
              <a:rPr lang="en-IN" sz="2000" dirty="0">
                <a:latin typeface="Carlito Bold" panose="020B0604020202020204" charset="0"/>
                <a:cs typeface="Carlito Bold" panose="020B0604020202020204" charset="0"/>
              </a:rPr>
              <a:t>Display the “Your tasks:” heading. </a:t>
            </a:r>
          </a:p>
          <a:p>
            <a:pPr marL="365760" indent="-365760">
              <a:buSzPct val="100000"/>
              <a:buFont typeface="+mj-lt"/>
              <a:buAutoNum type="arabicPeriod"/>
            </a:pPr>
            <a:r>
              <a:rPr lang="en-IN" sz="2000" dirty="0">
                <a:latin typeface="Carlito Bold" panose="020B0604020202020204" charset="0"/>
                <a:cs typeface="Carlito Bold" panose="020B0604020202020204" charset="0"/>
              </a:rPr>
              <a:t>Show the contents of tasks.txt with line numbers.  End the program.</a:t>
            </a:r>
            <a:endParaRPr lang="en-US" sz="2000" dirty="0">
              <a:latin typeface="Carlito Bold" panose="020B0604020202020204" charset="0"/>
              <a:cs typeface="Carlito Bold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64406B-8492-C607-7389-7055F9716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525" y="6360483"/>
            <a:ext cx="1036410" cy="464860"/>
          </a:xfrm>
          <a:prstGeom prst="rect">
            <a:avLst/>
          </a:prstGeom>
        </p:spPr>
      </p:pic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74C79CC2-9371-17BB-D169-F78BACD78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87660"/>
            <a:ext cx="2925987" cy="14099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20B98F-C5B9-255F-03BF-286C3CC7E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6202" y="487660"/>
            <a:ext cx="2949196" cy="1348857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3FC9208C-3DDD-506C-8AA1-06CEF9D90293}"/>
              </a:ext>
            </a:extLst>
          </p:cNvPr>
          <p:cNvSpPr/>
          <p:nvPr/>
        </p:nvSpPr>
        <p:spPr>
          <a:xfrm>
            <a:off x="609585" y="2438669"/>
            <a:ext cx="10972526" cy="3896815"/>
          </a:xfrm>
          <a:prstGeom prst="roundRect">
            <a:avLst>
              <a:gd name="adj" fmla="val 2973"/>
            </a:avLst>
          </a:prstGeom>
          <a:solidFill>
            <a:srgbClr val="F8EEE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77927C88-AB58-5F5E-E6CC-CE04C92945A4}"/>
              </a:ext>
            </a:extLst>
          </p:cNvPr>
          <p:cNvSpPr/>
          <p:nvPr/>
        </p:nvSpPr>
        <p:spPr>
          <a:xfrm>
            <a:off x="712872" y="2599090"/>
            <a:ext cx="10972526" cy="3581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100" spc="56" dirty="0">
                <a:solidFill>
                  <a:srgbClr val="1F1A1A"/>
                </a:solidFill>
                <a:latin typeface="Caladea Bold" pitchFamily="34" charset="0"/>
              </a:rPr>
              <a:t>Input  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400" b="1" kern="100" spc="56" dirty="0">
              <a:solidFill>
                <a:srgbClr val="1F1A1A"/>
              </a:solidFill>
              <a:latin typeface="Caladea Bold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b="1" kern="100" spc="56" dirty="0">
                <a:solidFill>
                  <a:srgbClr val="1F1A1A"/>
                </a:solidFill>
                <a:latin typeface="Caladea Bold" pitchFamily="34" charset="0"/>
              </a:rPr>
              <a:t>Process   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4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C38636D-EF5D-6C47-6EC6-C1D0DC69E0F2}"/>
              </a:ext>
            </a:extLst>
          </p:cNvPr>
          <p:cNvSpPr/>
          <p:nvPr/>
        </p:nvSpPr>
        <p:spPr>
          <a:xfrm>
            <a:off x="761985" y="1702833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100" spc="56" dirty="0">
                <a:solidFill>
                  <a:srgbClr val="1F1A1A"/>
                </a:solidFill>
                <a:latin typeface="Caladea Bold" pitchFamily="34" charset="0"/>
              </a:rPr>
              <a:t>Execution  </a:t>
            </a:r>
            <a:endParaRPr lang="en-US" sz="4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496013-83AE-0240-475A-958558ECACB1}"/>
              </a:ext>
            </a:extLst>
          </p:cNvPr>
          <p:cNvSpPr txBox="1"/>
          <p:nvPr/>
        </p:nvSpPr>
        <p:spPr>
          <a:xfrm>
            <a:off x="5312076" y="3243921"/>
            <a:ext cx="1567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Caladea Bold" panose="020B0604020202020204" charset="0"/>
              </a:rPr>
              <a:t>Output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C003AE7-439B-2F67-3DFF-3B5CA8574B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4633" y="3391275"/>
            <a:ext cx="2302134" cy="28184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9E94C4-BAD2-939A-301F-60C3D9291F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9804" y="2542489"/>
            <a:ext cx="4733925" cy="6286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DFB4D43-CDF4-7C46-7F44-E0E701CEDA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307" y="3391275"/>
            <a:ext cx="4885399" cy="278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6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EB29E5-34D9-39E8-35A3-673E28E6D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92" y="208349"/>
            <a:ext cx="11874585" cy="65744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723ACD-A987-4F86-8D6E-179ED57A960C}"/>
              </a:ext>
            </a:extLst>
          </p:cNvPr>
          <p:cNvSpPr txBox="1"/>
          <p:nvPr/>
        </p:nvSpPr>
        <p:spPr>
          <a:xfrm>
            <a:off x="775503" y="1770927"/>
            <a:ext cx="110190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ladea Bold" panose="020B0604020202020204" charset="0"/>
              </a:rPr>
              <a:t>12. Team Members and Responsibilities</a:t>
            </a:r>
          </a:p>
          <a:p>
            <a:endParaRPr lang="en-IN" sz="4400" dirty="0">
              <a:latin typeface="Caladea Bold" panose="020B060402020202020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6620C1-474A-277F-92F5-7E6BBA166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723851"/>
              </p:ext>
            </p:extLst>
          </p:nvPr>
        </p:nvGraphicFramePr>
        <p:xfrm>
          <a:off x="862957" y="3084264"/>
          <a:ext cx="10399209" cy="25757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66403">
                  <a:extLst>
                    <a:ext uri="{9D8B030D-6E8A-4147-A177-3AD203B41FA5}">
                      <a16:colId xmlns:a16="http://schemas.microsoft.com/office/drawing/2014/main" val="649399063"/>
                    </a:ext>
                  </a:extLst>
                </a:gridCol>
                <a:gridCol w="3466403">
                  <a:extLst>
                    <a:ext uri="{9D8B030D-6E8A-4147-A177-3AD203B41FA5}">
                      <a16:colId xmlns:a16="http://schemas.microsoft.com/office/drawing/2014/main" val="2229709894"/>
                    </a:ext>
                  </a:extLst>
                </a:gridCol>
                <a:gridCol w="3466403">
                  <a:extLst>
                    <a:ext uri="{9D8B030D-6E8A-4147-A177-3AD203B41FA5}">
                      <a16:colId xmlns:a16="http://schemas.microsoft.com/office/drawing/2014/main" val="2096932096"/>
                    </a:ext>
                  </a:extLst>
                </a:gridCol>
              </a:tblGrid>
              <a:tr h="858585">
                <a:tc>
                  <a:txBody>
                    <a:bodyPr/>
                    <a:lstStyle/>
                    <a:p>
                      <a:pPr algn="ctr"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0" dirty="0">
                          <a:solidFill>
                            <a:srgbClr val="000000"/>
                          </a:solidFill>
                          <a:effectLst/>
                          <a:latin typeface="Caladea Bold" panose="020B0604020202020204" charset="0"/>
                        </a:rPr>
                        <a:t>TEAM MEMBER </a:t>
                      </a:r>
                      <a:endParaRPr lang="en-IN" sz="1600" b="1" kern="0" dirty="0">
                        <a:solidFill>
                          <a:srgbClr val="A90000"/>
                        </a:solidFill>
                        <a:effectLst/>
                        <a:latin typeface="Caladea Bold" panose="020B06040202020202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0">
                          <a:solidFill>
                            <a:srgbClr val="000000"/>
                          </a:solidFill>
                          <a:effectLst/>
                          <a:latin typeface="Caladea Bold" panose="020B0604020202020204" charset="0"/>
                        </a:rPr>
                        <a:t>RESPONSIBILITIES </a:t>
                      </a:r>
                      <a:endParaRPr lang="en-IN" sz="1600" b="1" kern="0">
                        <a:solidFill>
                          <a:srgbClr val="A90000"/>
                        </a:solidFill>
                        <a:effectLst/>
                        <a:latin typeface="Caladea Bold" panose="020B06040202020202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0">
                          <a:solidFill>
                            <a:srgbClr val="000000"/>
                          </a:solidFill>
                          <a:effectLst/>
                          <a:latin typeface="Caladea Bold" panose="020B0604020202020204" charset="0"/>
                        </a:rPr>
                        <a:t>DELIVERABLES </a:t>
                      </a:r>
                      <a:endParaRPr lang="en-IN" sz="1600" b="1" kern="0">
                        <a:solidFill>
                          <a:srgbClr val="A90000"/>
                        </a:solidFill>
                        <a:effectLst/>
                        <a:latin typeface="Caladea Bold" panose="020B060402020202020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04664969"/>
                  </a:ext>
                </a:extLst>
              </a:tr>
              <a:tr h="858585">
                <a:tc>
                  <a:txBody>
                    <a:bodyPr/>
                    <a:lstStyle/>
                    <a:p>
                      <a:pPr algn="ctr"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 dirty="0">
                          <a:solidFill>
                            <a:srgbClr val="A90000"/>
                          </a:solidFill>
                          <a:effectLst/>
                          <a:latin typeface="Caladea Bold" panose="020B0604020202020204" charset="0"/>
                        </a:rPr>
                        <a:t>M NANDISHWAR REDDY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0" dirty="0">
                          <a:solidFill>
                            <a:srgbClr val="000000"/>
                          </a:solidFill>
                          <a:effectLst/>
                          <a:latin typeface="Caladea Bold" panose="020B0604020202020204" charset="0"/>
                        </a:rPr>
                        <a:t>Problem analysis, Bash logic, path validation, file operations</a:t>
                      </a:r>
                      <a:endParaRPr lang="en-IN" sz="1600" b="1" kern="0" dirty="0">
                        <a:solidFill>
                          <a:srgbClr val="A90000"/>
                        </a:solidFill>
                        <a:effectLst/>
                        <a:latin typeface="Caladea Bold" panose="020B06040202020202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0" dirty="0">
                          <a:solidFill>
                            <a:srgbClr val="000000"/>
                          </a:solidFill>
                          <a:effectLst/>
                          <a:latin typeface="Caladea Bold" panose="020B0604020202020204" charset="0"/>
                        </a:rPr>
                        <a:t>Source code and algorithm</a:t>
                      </a:r>
                      <a:endParaRPr lang="en-IN" sz="1600" b="1" kern="0" dirty="0">
                        <a:solidFill>
                          <a:srgbClr val="A90000"/>
                        </a:solidFill>
                        <a:effectLst/>
                        <a:latin typeface="Caladea Bold" panose="020B060402020202020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5953143"/>
                  </a:ext>
                </a:extLst>
              </a:tr>
              <a:tr h="858585">
                <a:tc>
                  <a:txBody>
                    <a:bodyPr/>
                    <a:lstStyle/>
                    <a:p>
                      <a:pPr algn="ctr"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0" dirty="0">
                          <a:solidFill>
                            <a:srgbClr val="000000"/>
                          </a:solidFill>
                          <a:effectLst/>
                          <a:latin typeface="Caladea Bold" panose="020B0604020202020204" charset="0"/>
                        </a:rPr>
                        <a:t>AMGOTH ANKITH NAYAK </a:t>
                      </a:r>
                      <a:endParaRPr lang="en-IN" sz="1600" b="1" kern="0" dirty="0">
                        <a:solidFill>
                          <a:srgbClr val="A90000"/>
                        </a:solidFill>
                        <a:effectLst/>
                        <a:latin typeface="Caladea Bold" panose="020B06040202020202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0" dirty="0">
                          <a:solidFill>
                            <a:srgbClr val="000000"/>
                          </a:solidFill>
                          <a:effectLst/>
                          <a:latin typeface="Caladea Bold" panose="020B0604020202020204" charset="0"/>
                        </a:rPr>
                        <a:t>Testing, sample outputs, documentation, presentation</a:t>
                      </a:r>
                      <a:endParaRPr lang="en-IN" sz="1600" b="1" kern="0" dirty="0">
                        <a:solidFill>
                          <a:srgbClr val="A90000"/>
                        </a:solidFill>
                        <a:effectLst/>
                        <a:latin typeface="Caladea Bold" panose="020B06040202020202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IN" sz="1800" b="0" kern="0" dirty="0">
                          <a:solidFill>
                            <a:srgbClr val="000000"/>
                          </a:solidFill>
                          <a:effectLst/>
                          <a:latin typeface="Caladea Bold" panose="020B0604020202020204" charset="0"/>
                        </a:rPr>
                        <a:t>Project report</a:t>
                      </a:r>
                      <a:endParaRPr lang="en-IN" sz="1600" b="1" kern="0" dirty="0">
                        <a:solidFill>
                          <a:srgbClr val="A90000"/>
                        </a:solidFill>
                        <a:effectLst/>
                        <a:latin typeface="Caladea Bold" panose="020B060402020202020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3367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274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456B7A-6949-8A71-437B-F006527DB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7841"/>
            <a:ext cx="12192000" cy="67501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D4211C-8964-700F-37D5-E29BFC5F66C6}"/>
              </a:ext>
            </a:extLst>
          </p:cNvPr>
          <p:cNvSpPr txBox="1"/>
          <p:nvPr/>
        </p:nvSpPr>
        <p:spPr>
          <a:xfrm>
            <a:off x="532435" y="1851949"/>
            <a:ext cx="104982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ladea Bold" panose="020B0604020202020204" charset="0"/>
              </a:rPr>
              <a:t>13. Advantages </a:t>
            </a:r>
          </a:p>
          <a:p>
            <a:endParaRPr lang="en-IN" sz="4400" dirty="0">
              <a:latin typeface="Caladea Bold" panose="020B0604020202020204" charset="0"/>
            </a:endParaRPr>
          </a:p>
          <a:p>
            <a:endParaRPr lang="en-IN" sz="4400" dirty="0">
              <a:latin typeface="Caladea Bold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4EB04C-34BF-4105-9FF0-258C24439C5A}"/>
              </a:ext>
            </a:extLst>
          </p:cNvPr>
          <p:cNvSpPr txBox="1"/>
          <p:nvPr/>
        </p:nvSpPr>
        <p:spPr>
          <a:xfrm>
            <a:off x="682906" y="3482920"/>
            <a:ext cx="103477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Simple and easy for beginners.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Runs directly in the Linux terminal.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Keeps tasks available after the program closes.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Demonstrates practical Bash programming and text-file handling.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Uses a clear menu for common task operations.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Can be extended with dates, priorities, or categories. </a:t>
            </a:r>
          </a:p>
        </p:txBody>
      </p:sp>
    </p:spTree>
    <p:extLst>
      <p:ext uri="{BB962C8B-B14F-4D97-AF65-F5344CB8AC3E}">
        <p14:creationId xmlns:p14="http://schemas.microsoft.com/office/powerpoint/2010/main" val="573326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AB173-F33E-4A75-55C0-27F49E380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AE8E32-0630-7318-75DF-D14870863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7841"/>
            <a:ext cx="12192000" cy="67501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2BC150-0BA9-0A8F-0155-5EC5CCE52DCD}"/>
              </a:ext>
            </a:extLst>
          </p:cNvPr>
          <p:cNvSpPr txBox="1"/>
          <p:nvPr/>
        </p:nvSpPr>
        <p:spPr>
          <a:xfrm>
            <a:off x="497711" y="1794076"/>
            <a:ext cx="99542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ladea Bold" panose="020B0604020202020204" charset="0"/>
              </a:rPr>
              <a:t>14. Limitations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FDF226-3719-FCE7-8F4F-C2A79ADADB0E}"/>
              </a:ext>
            </a:extLst>
          </p:cNvPr>
          <p:cNvSpPr txBox="1"/>
          <p:nvPr/>
        </p:nvSpPr>
        <p:spPr>
          <a:xfrm>
            <a:off x="706056" y="3078866"/>
            <a:ext cx="104866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Stores tasks for one user in one local text file.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Task numbers change when a task is deleted.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The current version does not store due dates or priorities.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There is no graphical user interface or search feature.</a:t>
            </a:r>
          </a:p>
        </p:txBody>
      </p:sp>
    </p:spTree>
    <p:extLst>
      <p:ext uri="{BB962C8B-B14F-4D97-AF65-F5344CB8AC3E}">
        <p14:creationId xmlns:p14="http://schemas.microsoft.com/office/powerpoint/2010/main" val="4117527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892AD-0326-5226-3ECB-381BF450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125C48-069D-AFE6-5069-869E495F5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7841"/>
            <a:ext cx="12192000" cy="67501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F8B390-670C-F794-89D4-D24EEDF2EC68}"/>
              </a:ext>
            </a:extLst>
          </p:cNvPr>
          <p:cNvSpPr txBox="1"/>
          <p:nvPr/>
        </p:nvSpPr>
        <p:spPr>
          <a:xfrm>
            <a:off x="567159" y="1863524"/>
            <a:ext cx="102898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ladea Bold" panose="020B0604020202020204" charset="0"/>
              </a:rPr>
              <a:t>15. Future Enhancements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0A0BB0-0637-8DB8-E331-9887BB47B37F}"/>
              </a:ext>
            </a:extLst>
          </p:cNvPr>
          <p:cNvSpPr txBox="1"/>
          <p:nvPr/>
        </p:nvSpPr>
        <p:spPr>
          <a:xfrm>
            <a:off x="740780" y="3090441"/>
            <a:ext cx="104866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Store a due date for each task.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Add task priority levels such as Low, Medium, and High.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Add categories or tags to group tasks.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Search tasks by words in the description.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Add an option to edit an existing task.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Save task data in CSV format or a small database.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Add reminders using Linux scheduling tools. </a:t>
            </a:r>
          </a:p>
        </p:txBody>
      </p:sp>
    </p:spTree>
    <p:extLst>
      <p:ext uri="{BB962C8B-B14F-4D97-AF65-F5344CB8AC3E}">
        <p14:creationId xmlns:p14="http://schemas.microsoft.com/office/powerpoint/2010/main" val="3171006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58835-3727-30C2-FD87-264EE9DDD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CE6426-1E13-5130-3558-3CEAFB529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7841"/>
            <a:ext cx="12192000" cy="67501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9EDA6B-92BE-CDD4-C076-A9A85712B37A}"/>
              </a:ext>
            </a:extLst>
          </p:cNvPr>
          <p:cNvSpPr txBox="1"/>
          <p:nvPr/>
        </p:nvSpPr>
        <p:spPr>
          <a:xfrm>
            <a:off x="578734" y="1863524"/>
            <a:ext cx="100352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ladea Bold" panose="020B0604020202020204" charset="0"/>
              </a:rPr>
              <a:t>16. Learning Outcomes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8734A9-E26B-4D3F-A578-B977DFFFDF75}"/>
              </a:ext>
            </a:extLst>
          </p:cNvPr>
          <p:cNvSpPr txBox="1"/>
          <p:nvPr/>
        </p:nvSpPr>
        <p:spPr>
          <a:xfrm>
            <a:off x="798653" y="3206187"/>
            <a:ext cx="105445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After completing this project, students should be able to: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Navigate directories using Linux commands.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Create and edit files from the terminal.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Change file permissions using </a:t>
            </a:r>
            <a:r>
              <a:rPr lang="en-IN" sz="2400" dirty="0" err="1"/>
              <a:t>chmod</a:t>
            </a:r>
            <a:r>
              <a:rPr lang="en-IN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Write and execute a Bash script.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Use variables and read for input.</a:t>
            </a:r>
            <a:endParaRPr lang="en-IN" sz="2400" dirty="0">
              <a:latin typeface="Caladea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62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8B53B-2906-17AD-A468-6A5B3A8B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446AEA-E60C-A3C7-F155-C8EE42035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7841"/>
            <a:ext cx="12192000" cy="67501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DB0A77-17C4-29CA-AE47-7B273413CEF5}"/>
              </a:ext>
            </a:extLst>
          </p:cNvPr>
          <p:cNvSpPr txBox="1"/>
          <p:nvPr/>
        </p:nvSpPr>
        <p:spPr>
          <a:xfrm>
            <a:off x="439838" y="1840375"/>
            <a:ext cx="108917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ladea Bold" panose="020B0604020202020204" charset="0"/>
              </a:rPr>
              <a:t>17. Conclusion </a:t>
            </a:r>
          </a:p>
          <a:p>
            <a:endParaRPr lang="en-IN" sz="4400" dirty="0">
              <a:latin typeface="Caladea Bold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AFA8F-8720-B7F4-5AAD-3DB2448C4D38}"/>
              </a:ext>
            </a:extLst>
          </p:cNvPr>
          <p:cNvSpPr txBox="1"/>
          <p:nvPr/>
        </p:nvSpPr>
        <p:spPr>
          <a:xfrm>
            <a:off x="625033" y="3429000"/>
            <a:ext cx="107065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Carlito Bold" panose="020B0604020202020204" charset="0"/>
                <a:cs typeface="Carlito Bold" panose="020B0604020202020204" charset="0"/>
              </a:rPr>
              <a:t>The To-Do List Application demonstrates how Linux and Bash shell scripting can support a common planning task. The project combines terminal commands with programming concepts such as variables, functions, loops, case statements, input validation, and text-file operations</a:t>
            </a:r>
          </a:p>
        </p:txBody>
      </p:sp>
    </p:spTree>
    <p:extLst>
      <p:ext uri="{BB962C8B-B14F-4D97-AF65-F5344CB8AC3E}">
        <p14:creationId xmlns:p14="http://schemas.microsoft.com/office/powerpoint/2010/main" val="1191201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71477-FC7E-6304-4921-0EB52D3E2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C36FE6-6F45-0DD9-DDBF-F26ED5A94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7841"/>
            <a:ext cx="12192000" cy="67501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AA69DA-60A1-43B8-3B9F-759218EDE81C}"/>
              </a:ext>
            </a:extLst>
          </p:cNvPr>
          <p:cNvSpPr txBox="1"/>
          <p:nvPr/>
        </p:nvSpPr>
        <p:spPr>
          <a:xfrm>
            <a:off x="601884" y="2057537"/>
            <a:ext cx="107528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ladea Bold" panose="020B0604020202020204" charset="0"/>
              </a:rPr>
              <a:t>18. References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14727-5A29-971A-1541-EEB96B84D1D1}"/>
              </a:ext>
            </a:extLst>
          </p:cNvPr>
          <p:cNvSpPr txBox="1"/>
          <p:nvPr/>
        </p:nvSpPr>
        <p:spPr>
          <a:xfrm>
            <a:off x="601884" y="3429000"/>
            <a:ext cx="107528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Caladea Bold" panose="020B0604020202020204" charset="0"/>
              </a:rPr>
              <a:t>● The Linux man-pages: bash, </a:t>
            </a:r>
            <a:r>
              <a:rPr lang="en-IN" sz="2400" dirty="0" err="1">
                <a:latin typeface="Caladea Bold" panose="020B0604020202020204" charset="0"/>
              </a:rPr>
              <a:t>mkdir</a:t>
            </a:r>
            <a:r>
              <a:rPr lang="en-IN" sz="2400" dirty="0">
                <a:latin typeface="Caladea Bold" panose="020B0604020202020204" charset="0"/>
              </a:rPr>
              <a:t> and related commands. </a:t>
            </a:r>
          </a:p>
          <a:p>
            <a:r>
              <a:rPr lang="en-IN" sz="2400" dirty="0">
                <a:latin typeface="Caladea Bold" panose="020B0604020202020204" charset="0"/>
              </a:rPr>
              <a:t>● GNU Bash Reference Manual. </a:t>
            </a:r>
          </a:p>
          <a:p>
            <a:r>
              <a:rPr lang="en-IN" sz="2400" dirty="0">
                <a:latin typeface="Caladea Bold" panose="020B0604020202020204" charset="0"/>
              </a:rPr>
              <a:t>● Ubuntu Linux documentation. </a:t>
            </a:r>
          </a:p>
          <a:p>
            <a:r>
              <a:rPr lang="en-IN" sz="2400" dirty="0">
                <a:latin typeface="Caladea Bold" panose="020B0604020202020204" charset="0"/>
              </a:rPr>
              <a:t>● Course notes and laboratory material provided by the faculty.</a:t>
            </a:r>
          </a:p>
          <a:p>
            <a:endParaRPr lang="en-IN" sz="2400" dirty="0">
              <a:latin typeface="Caladea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379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7FAC8-0E38-BDED-62D4-F83EBBCBD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0A8DAC-DEF1-6787-4323-CC3C8B269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7841"/>
            <a:ext cx="12192000" cy="67501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9E80C0-C677-1402-80FB-40B9DD2DE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97" y="2141316"/>
            <a:ext cx="11397206" cy="4608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ECE415-99D7-84A9-2EF0-2BC485367B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301728" y="2417643"/>
            <a:ext cx="7588544" cy="324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25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1057</Words>
  <Application>Microsoft Office PowerPoint</Application>
  <PresentationFormat>Widescreen</PresentationFormat>
  <Paragraphs>147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Carlito Bold</vt:lpstr>
      <vt:lpstr>Consolas</vt:lpstr>
      <vt:lpstr>Caladea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Poshika B</dc:creator>
  <cp:lastModifiedBy>Poshika B</cp:lastModifiedBy>
  <cp:revision>5</cp:revision>
  <dcterms:created xsi:type="dcterms:W3CDTF">2026-10-12T16:48:21Z</dcterms:created>
  <dcterms:modified xsi:type="dcterms:W3CDTF">2026-10-14T04:14:09Z</dcterms:modified>
</cp:coreProperties>
</file>